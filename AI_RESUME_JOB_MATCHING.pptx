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1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146847059" r:id="rId11"/>
    <p:sldId id="267" r:id="rId12"/>
    <p:sldId id="2146847060" r:id="rId13"/>
    <p:sldId id="2146847061" r:id="rId14"/>
    <p:sldId id="2146847062" r:id="rId15"/>
    <p:sldId id="268" r:id="rId16"/>
    <p:sldId id="2146847055" r:id="rId17"/>
    <p:sldId id="269" r:id="rId18"/>
    <p:sldId id="2146847058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ogle.dev/docs" TargetMode="External"/><Relationship Id="rId2" Type="http://schemas.openxmlformats.org/officeDocument/2006/relationships/hyperlink" Target="https://docs.streamlit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.org/3/" TargetMode="External"/><Relationship Id="rId5" Type="http://schemas.openxmlformats.org/officeDocument/2006/relationships/hyperlink" Target="https://pypdf2.readthedocs.io/" TargetMode="External"/><Relationship Id="rId4" Type="http://schemas.openxmlformats.org/officeDocument/2006/relationships/hyperlink" Target="https://ai.google.dev/gemini-api/docs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etJain-09/AI-RESUME-ANALYZER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AI-Powered Resume Analysis and Job Matching System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HEET JAIN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VIDYAVARDHINI’S COLLEGE OF ENGINEERING AND TECHNOLOGY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AI &amp; DS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484673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1A341-244E-4AED-0A39-C70E13984126}"/>
              </a:ext>
            </a:extLst>
          </p:cNvPr>
          <p:cNvSpPr txBox="1"/>
          <p:nvPr/>
        </p:nvSpPr>
        <p:spPr>
          <a:xfrm>
            <a:off x="548954" y="1828800"/>
            <a:ext cx="1109409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In today’s competitive job market, candidates often apply to multiple job roles without understanding how well their resumes align with specific job descriptions.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Many applicants lack the ability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resume relevance for a particular job 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missing skills required by employers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Optimize resumes according to industry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strengths and weaknesses in their profiles</a:t>
            </a:r>
          </a:p>
          <a:p>
            <a:pPr>
              <a:buNone/>
            </a:pPr>
            <a:r>
              <a:rPr lang="en-US" dirty="0"/>
              <a:t>Manual resume evaluation is time-consuming, subjective, and may not accurately reflect the match between a candidate’s qualifications and job requirements.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Therefore, there is a need for an automated system that can analyze resumes and compare them with job descriptions to provide meaningful insights regarding candidate suitability.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3107A4-133A-0D9D-FC3F-FCC27CD59720}"/>
              </a:ext>
            </a:extLst>
          </p:cNvPr>
          <p:cNvSpPr txBox="1"/>
          <p:nvPr/>
        </p:nvSpPr>
        <p:spPr>
          <a:xfrm>
            <a:off x="441671" y="1737359"/>
            <a:ext cx="108792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proposed system is an </a:t>
            </a:r>
            <a:r>
              <a:rPr lang="en-US" b="1" dirty="0"/>
              <a:t>AI-based Resume Analyzer</a:t>
            </a:r>
            <a:r>
              <a:rPr lang="en-US" dirty="0"/>
              <a:t> that analyzes a candidate’s resume and compares it with a given job description using Generative Artificial Intelligence.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system performs the following tasks: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Extracts textual content from uploaded PDF resumes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Accepts job title and job description as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AI to compare resume content with job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Calculates resume-job match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Identifies strengths present in the resume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Detects missing skills or qualifications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suggestions for resume improvement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Additionally, the system includes a chatbot interface that allows users to ask questions related to resume analysis results for better understanding and refinement.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9189" y="1043100"/>
            <a:ext cx="1131362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Frontend: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Streamlit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Framework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Used to create an interactive web-based user interface for resume upload, job description input, and result visualization.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Backend: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Python Programming Language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Used for implementing logic, processing user inputs, and integrating AI services.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Libraries Used: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PyPDF2 – For extracting textual data from PDF resumes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google-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generativeai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– For accessing Gemini AI model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Pillow – For image handling in UI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Artificial Intelligence: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Gemini-2.5-Flash Generative AI Model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Used for resume-job comparison, skill matching, and recommendation generation.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Development Environment: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Visual Studio Code IDE   ,   Google AI Studio API for authentication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315522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67299-D971-B1CD-E644-358383AEB148}"/>
              </a:ext>
            </a:extLst>
          </p:cNvPr>
          <p:cNvSpPr txBox="1"/>
          <p:nvPr/>
        </p:nvSpPr>
        <p:spPr>
          <a:xfrm>
            <a:off x="646315" y="1313793"/>
            <a:ext cx="1025167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Step-by-Step Working: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uploads resume in PDF format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extracts text from resume using PyPDF2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enters job title and job description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Resume text and job description are sent to Gemini AI model</a:t>
            </a:r>
          </a:p>
          <a:p>
            <a:pPr>
              <a:buFont typeface="+mj-lt"/>
              <a:buAutoNum type="arabicPeriod"/>
            </a:pPr>
            <a:r>
              <a:rPr lang="en-US" dirty="0"/>
              <a:t>AI model analyzes similarity between: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Candidate skills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Experience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Job requirements</a:t>
            </a:r>
          </a:p>
          <a:p>
            <a:pPr>
              <a:buFont typeface="+mj-lt"/>
              <a:buAutoNum type="arabicPeriod"/>
            </a:pPr>
            <a:r>
              <a:rPr lang="en-US" dirty="0"/>
              <a:t>AI generates: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Match Score (0–100%)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Resume Strengths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Missing Skills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Improvement Suggestions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Results are displayed on the web interface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can ask additional questions using chat interface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provides AI-generated responses based on analysis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B104-02A3-6B3A-7413-022622751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B7768-6D2C-C281-4B1D-6151DF861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system is deployed locally using:</a:t>
            </a:r>
          </a:p>
          <a:p>
            <a:r>
              <a:rPr lang="en-US" dirty="0" err="1"/>
              <a:t>Streamlit</a:t>
            </a:r>
            <a:r>
              <a:rPr lang="en-US" dirty="0"/>
              <a:t> Web Application Framework</a:t>
            </a:r>
          </a:p>
          <a:p>
            <a:endParaRPr lang="en-US" dirty="0"/>
          </a:p>
          <a:p>
            <a:r>
              <a:rPr lang="en-US" b="1" dirty="0"/>
              <a:t>Deployment Steps:</a:t>
            </a:r>
          </a:p>
          <a:p>
            <a:r>
              <a:rPr lang="en-US" dirty="0"/>
              <a:t>Install required libraries using requirements.txt</a:t>
            </a:r>
          </a:p>
          <a:p>
            <a:r>
              <a:rPr lang="en-US" dirty="0"/>
              <a:t>Configure Gemini API Key</a:t>
            </a:r>
          </a:p>
          <a:p>
            <a:endParaRPr lang="en-US" dirty="0"/>
          </a:p>
          <a:p>
            <a:r>
              <a:rPr lang="en-US" dirty="0"/>
              <a:t>Run the application using command:</a:t>
            </a:r>
          </a:p>
          <a:p>
            <a:r>
              <a:rPr lang="en-US" dirty="0" err="1"/>
              <a:t>streamlit</a:t>
            </a:r>
            <a:r>
              <a:rPr lang="en-US" dirty="0"/>
              <a:t> run resume_analyzer.py</a:t>
            </a:r>
          </a:p>
          <a:p>
            <a:endParaRPr lang="en-US" dirty="0"/>
          </a:p>
          <a:p>
            <a:r>
              <a:rPr lang="en-US" dirty="0"/>
              <a:t>Application launches in local web browser</a:t>
            </a:r>
          </a:p>
          <a:p>
            <a:r>
              <a:rPr lang="en-US" dirty="0"/>
              <a:t>Users can upload resume and perform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755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2057" y="1692347"/>
            <a:ext cx="10109674" cy="3940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The implemented system successfully:</a:t>
            </a:r>
          </a:p>
          <a:p>
            <a:r>
              <a:rPr lang="en-US" sz="1600" dirty="0"/>
              <a:t>Extracts resume text from PDF files</a:t>
            </a:r>
          </a:p>
          <a:p>
            <a:r>
              <a:rPr lang="en-US" sz="1600" dirty="0"/>
              <a:t>Analyzes compatibility with job description</a:t>
            </a:r>
          </a:p>
          <a:p>
            <a:r>
              <a:rPr lang="en-US" sz="1600" dirty="0"/>
              <a:t>Generates accurate match score</a:t>
            </a:r>
          </a:p>
          <a:p>
            <a:r>
              <a:rPr lang="en-US" sz="1600" dirty="0"/>
              <a:t>Identifies relevant strengths</a:t>
            </a:r>
          </a:p>
          <a:p>
            <a:r>
              <a:rPr lang="en-US" sz="1600" dirty="0"/>
              <a:t>Detects missing skills</a:t>
            </a:r>
          </a:p>
          <a:p>
            <a:r>
              <a:rPr lang="en-US" sz="1600" dirty="0"/>
              <a:t>Suggests resume improvements</a:t>
            </a:r>
          </a:p>
          <a:p>
            <a:r>
              <a:rPr lang="en-US" sz="1600" dirty="0"/>
              <a:t>Allows users to interact via chatbot</a:t>
            </a:r>
          </a:p>
          <a:p>
            <a:r>
              <a:rPr lang="en-US" sz="1600" dirty="0"/>
              <a:t>The system improves resume quality and helps candidates tailor their resumes according to specific job roles.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873B-67D9-22D9-63E8-13A0A820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SCREENSHOTS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92E39D-6141-CA0F-B841-3CB76E4B4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4351" y="1301750"/>
            <a:ext cx="9623298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90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9E1634-D9C2-A819-EF5E-734E8F749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385" y="842067"/>
            <a:ext cx="10773293" cy="517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84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A70BD4-5AEE-F88B-7EA4-87D8960DF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513" y="806335"/>
            <a:ext cx="9434945" cy="553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84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AI Resume Matcher provides an efficient and intelligent solution for automated resume evaluation.</a:t>
            </a:r>
          </a:p>
          <a:p>
            <a:r>
              <a:rPr lang="en-US" sz="2000" dirty="0"/>
              <a:t>By leveraging Generative AI, the system:</a:t>
            </a:r>
          </a:p>
          <a:p>
            <a:r>
              <a:rPr lang="en-US" sz="2000" dirty="0"/>
              <a:t>Eliminates manual resume screening</a:t>
            </a:r>
          </a:p>
          <a:p>
            <a:r>
              <a:rPr lang="en-US" sz="2000" dirty="0"/>
              <a:t>Provides objective analysis</a:t>
            </a:r>
          </a:p>
          <a:p>
            <a:r>
              <a:rPr lang="en-US" sz="2000" dirty="0"/>
              <a:t>Enhances resume optimization</a:t>
            </a:r>
          </a:p>
          <a:p>
            <a:r>
              <a:rPr lang="en-US" sz="2000" dirty="0"/>
              <a:t>Assists candidates in improving employability</a:t>
            </a:r>
          </a:p>
          <a:p>
            <a:r>
              <a:rPr lang="en-US" sz="2000" dirty="0"/>
              <a:t>Thus, the proposed system bridges the gap between candidate qualifications and job expectations through AI-driven insights.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2990334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70A0DD-4551-3762-5726-FBDD0CF92ED7}"/>
              </a:ext>
            </a:extLst>
          </p:cNvPr>
          <p:cNvSpPr txBox="1"/>
          <p:nvPr/>
        </p:nvSpPr>
        <p:spPr>
          <a:xfrm>
            <a:off x="440574" y="1986741"/>
            <a:ext cx="87283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Future enhancements may include: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for multiple resume formats (DOCX, TXT)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Integration with online job portals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ATS (Applicant Tracking System) compatibility check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Multi-language resume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Cloud-based deployment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Role-specific resume suggestions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Automated resume formatting assistance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C82B0-CBA2-0FD2-0400-979E31AC4978}"/>
              </a:ext>
            </a:extLst>
          </p:cNvPr>
          <p:cNvSpPr txBox="1"/>
          <p:nvPr/>
        </p:nvSpPr>
        <p:spPr>
          <a:xfrm>
            <a:off x="668866" y="1525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68866" y="2118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9BD340DD-7ABA-6F2F-7A4D-F7828B2AF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66" y="1894933"/>
            <a:ext cx="832935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Official Documentation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https://docs.streamlit.io/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AI Studio Documentation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https://ai.google.dev/docs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 API Guide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https://ai.google.dev/gemini-api/docs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PyPDF2 Library Documentation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https://pypdf2.readthedocs.io/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Official Documentation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hlinkClick r:id="rId6"/>
              </a:rPr>
              <a:t>https://docs.python.org/3/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 </a:t>
            </a:r>
            <a:endParaRPr lang="en-US" dirty="0"/>
          </a:p>
          <a:p>
            <a:r>
              <a:rPr lang="en-IN" dirty="0"/>
              <a:t>Deployment Link:</a:t>
            </a:r>
          </a:p>
          <a:p>
            <a:pPr marL="0" indent="0">
              <a:buNone/>
            </a:pPr>
            <a:r>
              <a:rPr lang="en-US" dirty="0"/>
              <a:t>      Locally Deployed using </a:t>
            </a:r>
            <a:r>
              <a:rPr lang="en-US" dirty="0" err="1"/>
              <a:t>Streamlit</a:t>
            </a:r>
            <a:r>
              <a:rPr lang="en-US" dirty="0"/>
              <a:t> Framework</a:t>
            </a:r>
            <a:br>
              <a:rPr lang="en-US" dirty="0"/>
            </a:br>
            <a:r>
              <a:rPr lang="en-US" dirty="0"/>
              <a:t>      Application URL: http://localhost:8501/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33587DF-5D61-A0F8-1FE0-F5E3008F6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2102" y="2634909"/>
            <a:ext cx="59383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https://github.com/HeetJain-09/AI-RESUME-ANALYZER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9162bd5b-4ed9-4da3-b376-05204580ba3f"/>
    <ds:schemaRef ds:uri="http://schemas.openxmlformats.org/package/2006/metadata/core-properties"/>
    <ds:schemaRef ds:uri="http://schemas.microsoft.com/office/2006/documentManagement/types"/>
    <ds:schemaRef ds:uri="c0fa2617-96bd-425d-8578-e93563fe37c5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1156</TotalTime>
  <Words>780</Words>
  <Application>Microsoft Office PowerPoint</Application>
  <PresentationFormat>Widescreen</PresentationFormat>
  <Paragraphs>142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AI-Powered Resume Analysis and Job Matching System</vt:lpstr>
      <vt:lpstr>OUTLINE</vt:lpstr>
      <vt:lpstr>Problem Statement</vt:lpstr>
      <vt:lpstr>Proposed Solution</vt:lpstr>
      <vt:lpstr>System  Approach</vt:lpstr>
      <vt:lpstr>Algorithm &amp; Deployment</vt:lpstr>
      <vt:lpstr>DEPLOYMENT</vt:lpstr>
      <vt:lpstr>Result</vt:lpstr>
      <vt:lpstr>IMPLEMENTATION SCREENSHOTS</vt:lpstr>
      <vt:lpstr>PowerPoint Presentation</vt:lpstr>
      <vt:lpstr>PowerPoint Presentation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Heet Jain</cp:lastModifiedBy>
  <cp:revision>40</cp:revision>
  <cp:lastPrinted>2026-02-23T09:20:50Z</cp:lastPrinted>
  <dcterms:created xsi:type="dcterms:W3CDTF">2021-05-26T16:50:10Z</dcterms:created>
  <dcterms:modified xsi:type="dcterms:W3CDTF">2026-02-23T09:26:25Z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